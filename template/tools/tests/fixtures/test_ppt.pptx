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from PPTX test fixture.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这是 PPTX 测试幻灯片。用于 MarkItDown 转换测试。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